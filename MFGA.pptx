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25" d="100"/>
          <a:sy n="125" d="100"/>
        </p:scale>
        <p:origin x="3318" y="10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1642649-A816-40BE-B306-CDE724EB54C2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C35AFB1-C025-44B8-A7E0-5B59859970D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MFGA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(make </a:t>
            </a:r>
            <a:r>
              <a:rPr lang="en-AU" dirty="0" err="1" smtClean="0"/>
              <a:t>fizFUCK</a:t>
            </a:r>
            <a:r>
              <a:rPr lang="en-AU" dirty="0" smtClean="0"/>
              <a:t> great again)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НАША КОМАНДА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9352"/>
            <a:ext cx="8229600" cy="469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мы делали?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20695"/>
            <a:ext cx="8229600" cy="466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ЖОСКА ВАЙБКОДИЛИ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08502"/>
            <a:ext cx="8229600" cy="449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ДУМАЛИ ГОЛОВОЙ</a:t>
            </a:r>
            <a:endParaRPr lang="ru-RU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39887"/>
            <a:ext cx="82296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ОБЕДАЛИ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28736"/>
            <a:ext cx="7740011" cy="51625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72</TotalTime>
  <Words>18</Words>
  <Application>Microsoft Office PowerPoint</Application>
  <PresentationFormat>Экран (4:3)</PresentationFormat>
  <Paragraphs>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Апекс</vt:lpstr>
      <vt:lpstr>MFGA</vt:lpstr>
      <vt:lpstr>НАША КОМАНДА</vt:lpstr>
      <vt:lpstr>Что мы делали?</vt:lpstr>
      <vt:lpstr>ЖОСКА ВАЙБКОДИЛИ</vt:lpstr>
      <vt:lpstr>ДУМАЛИ ГОЛОВОЙ</vt:lpstr>
      <vt:lpstr>ОБЕДАЛИ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MFGA</dc:title>
  <dc:creator>Пользователь</dc:creator>
  <cp:lastModifiedBy>Пользователь</cp:lastModifiedBy>
  <cp:revision>7</cp:revision>
  <dcterms:created xsi:type="dcterms:W3CDTF">2026-10-15T11:54:59Z</dcterms:created>
  <dcterms:modified xsi:type="dcterms:W3CDTF">2026-10-15T13:08:54Z</dcterms:modified>
</cp:coreProperties>
</file>